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70" r:id="rId10"/>
    <p:sldId id="271" r:id="rId11"/>
    <p:sldId id="272" r:id="rId12"/>
    <p:sldId id="257" r:id="rId13"/>
    <p:sldId id="258" r:id="rId14"/>
    <p:sldId id="259" r:id="rId15"/>
    <p:sldId id="260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" y="4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15A4-33EB-429D-B4EC-D32924CFA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D0EB2-36A9-411B-8392-13DE3C58B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DF6D-8661-469A-BF2C-7CF7BD9B2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FE49-B546-4F2F-BFA4-9298BF606621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0206F-047E-4047-BA2E-7098E7AA6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FA5C1-3C02-4530-969D-0B7CF2E5D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005-C1BC-418F-A486-E31EDCD79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2766-AC27-4D33-AC6C-301D8DA9A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9BB0D-7935-42AA-86EE-B5385B070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6D490-0C97-4014-8E25-72402EAFF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FE49-B546-4F2F-BFA4-9298BF606621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17D09-5BAC-4996-8BBF-A2E460287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FE601-8E8F-4D8C-B802-D07E9E03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005-C1BC-418F-A486-E31EDCD79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64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1452D-71CD-4B26-B091-2E861654E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0389B-D268-450C-8352-908F0533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42918-DB4B-4EDD-AB0A-ECE25982F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FE49-B546-4F2F-BFA4-9298BF606621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22F75-FBA8-4EB4-A256-E430407AB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594D3-D07E-416A-9DC5-99E026B44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005-C1BC-418F-A486-E31EDCD79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9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5F98-C482-48A1-A3C4-FEED1F6B7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E7D3E-F834-4078-86B1-BE0BC66AD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61DEB-F690-4703-A9C7-38E6DA015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CD343-8AD6-4AC2-900E-69ADD955C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FE49-B546-4F2F-BFA4-9298BF606621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A8913-6DAB-454D-81CF-85CD79E49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C460E-2401-4EDC-9EC6-4F4DF01F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005-C1BC-418F-A486-E31EDCD79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7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65970-162A-42BF-9577-3A4CDA9E7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6A149-E02A-43C8-B20A-15B5B3C71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29558-0C9B-4E30-8DEE-967B7F839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A014AC-627C-46D8-8DC5-A5574C9884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72DCB-BF0D-4E47-A654-198BD6F7CB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1563CE-FFA2-48A6-8F0E-AF4930B58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FE49-B546-4F2F-BFA4-9298BF606621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F90EAB-8524-4FE4-B322-7AA531D6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E5121-7327-4320-993F-D3982006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005-C1BC-418F-A486-E31EDCD79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4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D575-D485-407D-8F3B-419A3E910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61D0A-5983-43A9-A324-4B53028F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FE49-B546-4F2F-BFA4-9298BF606621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C21B3-62F2-468E-B3A2-E094AC75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6CB4E-6B5B-416D-87D9-D4210E6F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005-C1BC-418F-A486-E31EDCD79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83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736179-1110-4281-8815-1BB13EA5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FE49-B546-4F2F-BFA4-9298BF606621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F2D3D-7BB6-4569-80DD-F028A9C03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2B8E5-AE00-42F3-9B92-5F80F765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005-C1BC-418F-A486-E31EDCD79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6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29927-81DD-4164-9A63-469769AE1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E334E-FA9B-48E3-B266-FAADDF09B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E69F2-69BA-4589-880F-A7D48FEE4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14A1E-8C13-4882-B681-99DCE740C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FE49-B546-4F2F-BFA4-9298BF606621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91475-010E-4FE6-881F-E8052BD27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4149C-8FB8-43BE-BFC4-629FDFE0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005-C1BC-418F-A486-E31EDCD79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3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C958-BF98-4A5F-B674-3736DCE5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964B8F-6420-403D-AAA4-DE8526D18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EA035-A348-4BD0-A433-F6DD34E52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B2533-A574-4600-BA2D-9F0433F81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FE49-B546-4F2F-BFA4-9298BF606621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D6845-C0AC-470E-AD3B-4495A897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D8A4A-4E6B-4B18-8817-814201755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005-C1BC-418F-A486-E31EDCD79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7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2032B-C531-4FBA-884E-D3523082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45963-CB29-49E6-BB2C-3B3C83177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6ECF8-39BA-4FEF-B4DE-C538C7C3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FE49-B546-4F2F-BFA4-9298BF606621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A9097-1EF1-4121-8A0A-DCA4CD662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8CE02-EAF6-4FE5-8A1B-775535A6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005-C1BC-418F-A486-E31EDCD79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88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4E11-A63E-4894-AD07-E40CE4D1D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2D323-C7AF-4C9A-AFD8-570CE6CA9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84247-4EA6-4B8C-A052-03F0A41B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FE49-B546-4F2F-BFA4-9298BF606621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72058-7CDB-46FA-8E07-BE7F14AA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D7BB-1E0A-4945-8378-AB76DAE9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005-C1BC-418F-A486-E31EDCD79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75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5DCCF-A66D-4712-B16E-3DCEC951A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A6AC5-11F8-4EB6-AF0F-E493EC563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A93F4-D319-4E12-92E9-4770B17D2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BFE49-B546-4F2F-BFA4-9298BF606621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6C3AF-780F-4397-9993-BFDC5475A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D6B59-915B-4976-A3FC-D7B68DC17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64005-C1BC-418F-A486-E31EDCD79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64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5C7B-0D92-4EBC-A451-34916828D9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Networking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0FA06-A435-4F05-8A9A-0007872608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58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AEA1-026B-4023-8733-2451ABAA54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Networking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5C15C-857E-459C-9B94-3B7B88A91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078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20962-232F-45D7-87C1-1CE4F01F1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Networks and Nodes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04C79-C229-44A8-A947-20EB72EE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network consists of two or more computers (nodes) that are linked in order to share resources, exchange files, or allow electronic communications. The computers on a network may be linked through cables, telephone lines, radio waves, satellites, or infrared light beams.</a:t>
            </a:r>
          </a:p>
        </p:txBody>
      </p:sp>
    </p:spTree>
    <p:extLst>
      <p:ext uri="{BB962C8B-B14F-4D97-AF65-F5344CB8AC3E}">
        <p14:creationId xmlns:p14="http://schemas.microsoft.com/office/powerpoint/2010/main" val="2876216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20962-232F-45D7-87C1-1CE4F01F1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Addresses and Subnets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04C79-C229-44A8-A947-20EB72EE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device on a network is assigned a unique identifier known as an IP address. IP addresses are part of a broader system called the Internet Protocol, one of the protocols that underpin the Internet. Subnets further divide and categorize networks within the broader IP address scheme.</a:t>
            </a:r>
          </a:p>
        </p:txBody>
      </p:sp>
    </p:spTree>
    <p:extLst>
      <p:ext uri="{BB962C8B-B14F-4D97-AF65-F5344CB8AC3E}">
        <p14:creationId xmlns:p14="http://schemas.microsoft.com/office/powerpoint/2010/main" val="1680440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20962-232F-45D7-87C1-1CE4F01F1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Transmission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04C79-C229-44A8-A947-20EB72EE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two primary protocols for data transmission over the Internet are TCP (Transmission Control Protocol) and UDP (User Datagram Protocol). TCP is connection-oriented, meaning it ensures data is received in order and without errors. UDP is connectionless, prioritizing speed over reliability.</a:t>
            </a:r>
          </a:p>
        </p:txBody>
      </p:sp>
    </p:spTree>
    <p:extLst>
      <p:ext uri="{BB962C8B-B14F-4D97-AF65-F5344CB8AC3E}">
        <p14:creationId xmlns:p14="http://schemas.microsoft.com/office/powerpoint/2010/main" val="1608543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DD9B-BEFC-4341-9243-C9E57BF7AC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Data Communication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01F4A-8273-4A61-8053-5C5B9F21DB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82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7014-EE67-4398-B1DF-68482286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Packets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57287-C071-4044-8A24-84BC72A38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sent over a network is broken into small pieces called packets. Each packet contains a portion of the data, the sender's address, the destination's address, and sequence information to enable the data to be reassembled correctly at the destination.</a:t>
            </a:r>
          </a:p>
        </p:txBody>
      </p:sp>
    </p:spTree>
    <p:extLst>
      <p:ext uri="{BB962C8B-B14F-4D97-AF65-F5344CB8AC3E}">
        <p14:creationId xmlns:p14="http://schemas.microsoft.com/office/powerpoint/2010/main" val="3962939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7014-EE67-4398-B1DF-68482286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Routers and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57287-C071-4044-8A24-84BC72A38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Routers are devices that forward data packets between computer networks. Routing is the process of selecting paths in a network along which to send the network traffic.</a:t>
            </a:r>
          </a:p>
        </p:txBody>
      </p:sp>
    </p:spTree>
    <p:extLst>
      <p:ext uri="{BB962C8B-B14F-4D97-AF65-F5344CB8AC3E}">
        <p14:creationId xmlns:p14="http://schemas.microsoft.com/office/powerpoint/2010/main" val="3693006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7014-EE67-4398-B1DF-68482286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Domain Name System (DNS)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57287-C071-4044-8A24-84BC72A38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DNS is like an address book for the Internet. It helps translate more accessible domain names (like </a:t>
            </a:r>
            <a:r>
              <a:rPr lang="en-US" dirty="0">
                <a:hlinkClick r:id="rId2"/>
              </a:rPr>
              <a:t>www.example.com</a:t>
            </a:r>
            <a:r>
              <a:rPr lang="en-US" dirty="0"/>
              <a:t>) into the numerical IP addresses needed for locating and identifying computer services and devices.</a:t>
            </a:r>
          </a:p>
        </p:txBody>
      </p:sp>
    </p:spTree>
    <p:extLst>
      <p:ext uri="{BB962C8B-B14F-4D97-AF65-F5344CB8AC3E}">
        <p14:creationId xmlns:p14="http://schemas.microsoft.com/office/powerpoint/2010/main" val="1060569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DCB18-FE05-4F3C-A281-DB943C9E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and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38178-C31F-4CEB-88D4-89F98CE0B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java.net Package</a:t>
            </a:r>
          </a:p>
          <a:p>
            <a:pPr marL="0" indent="0">
              <a:buNone/>
            </a:pPr>
            <a:r>
              <a:rPr lang="en-US" dirty="0"/>
              <a:t>	Java provides extensive support for networking through the 	java.net package. This package includes classes and interfaces 	that help Java applications interact with the Internet. Commonly 	used classes include </a:t>
            </a:r>
            <a:r>
              <a:rPr lang="en-US" b="1" dirty="0"/>
              <a:t>Socket</a:t>
            </a:r>
            <a:r>
              <a:rPr lang="en-US" dirty="0"/>
              <a:t>, </a:t>
            </a:r>
            <a:r>
              <a:rPr lang="en-US" b="1" dirty="0" err="1"/>
              <a:t>ServerSocket</a:t>
            </a:r>
            <a:r>
              <a:rPr lang="en-US" dirty="0"/>
              <a:t>, </a:t>
            </a:r>
            <a:r>
              <a:rPr lang="en-US" b="1" dirty="0" err="1"/>
              <a:t>URLConnection</a:t>
            </a:r>
            <a:r>
              <a:rPr lang="en-US" dirty="0"/>
              <a:t>, and 	</a:t>
            </a:r>
            <a:r>
              <a:rPr lang="en-US" b="1" dirty="0" err="1"/>
              <a:t>InetAddress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3274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811F-9757-4F4D-8883-3A8A02F81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Implementting</a:t>
            </a:r>
            <a:r>
              <a:rPr lang="en-US" dirty="0"/>
              <a:t> TCP/UDP Communications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F5572-A551-4028-A14B-A3237AE77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TCP, Java uses </a:t>
            </a:r>
            <a:r>
              <a:rPr lang="en-US" b="1" dirty="0"/>
              <a:t>Socket</a:t>
            </a:r>
            <a:r>
              <a:rPr lang="en-US" dirty="0"/>
              <a:t> and </a:t>
            </a:r>
            <a:r>
              <a:rPr lang="en-US" b="1" dirty="0" err="1"/>
              <a:t>ServerSocket</a:t>
            </a:r>
            <a:r>
              <a:rPr lang="en-US" dirty="0"/>
              <a:t> classes to establish connections where data can be reliably transmitted between a client and a server.</a:t>
            </a:r>
          </a:p>
          <a:p>
            <a:r>
              <a:rPr lang="en-US" dirty="0"/>
              <a:t>For UDP, Java uses the </a:t>
            </a:r>
            <a:r>
              <a:rPr lang="en-US" b="1" dirty="0" err="1"/>
              <a:t>DatagramSocket</a:t>
            </a:r>
            <a:r>
              <a:rPr lang="en-US" dirty="0"/>
              <a:t> and </a:t>
            </a:r>
            <a:r>
              <a:rPr lang="en-US" b="1" dirty="0" err="1"/>
              <a:t>DatagramPacket</a:t>
            </a:r>
            <a:r>
              <a:rPr lang="en-US" dirty="0"/>
              <a:t> to send and receive data packets over the network.</a:t>
            </a:r>
          </a:p>
        </p:txBody>
      </p:sp>
    </p:spTree>
    <p:extLst>
      <p:ext uri="{BB962C8B-B14F-4D97-AF65-F5344CB8AC3E}">
        <p14:creationId xmlns:p14="http://schemas.microsoft.com/office/powerpoint/2010/main" val="420866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24A9-0C28-4122-BA99-0290A3FE9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Components Of Java Networking Using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59B4D-5EE4-4505-8D3D-E7FB9FF1E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Sockets and Server Sockets: These are fundamental to network communication in Java. A socket is an endpoint for communication between two machines.</a:t>
            </a:r>
          </a:p>
          <a:p>
            <a:r>
              <a:rPr lang="en-US" dirty="0"/>
              <a:t>URLs and Connections: Java provides high-level classes to interact with and manipulate URLs, and to retrieve data from them.</a:t>
            </a:r>
          </a:p>
        </p:txBody>
      </p:sp>
    </p:spTree>
    <p:extLst>
      <p:ext uri="{BB962C8B-B14F-4D97-AF65-F5344CB8AC3E}">
        <p14:creationId xmlns:p14="http://schemas.microsoft.com/office/powerpoint/2010/main" val="4286534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0A7C5-8E1E-4404-AD67-28A92133D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Sockets: Server Socket and Client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F0136-DD03-427E-AA3D-D5D478CDA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socket represents a single connection between two network applications. A </a:t>
            </a:r>
            <a:r>
              <a:rPr lang="en-US" b="1" dirty="0"/>
              <a:t>server socket </a:t>
            </a:r>
            <a:r>
              <a:rPr lang="en-US" dirty="0"/>
              <a:t>waits for requests to come in over the network, while a </a:t>
            </a:r>
            <a:r>
              <a:rPr lang="en-US" b="1" dirty="0"/>
              <a:t>client socket </a:t>
            </a:r>
            <a:r>
              <a:rPr lang="en-US" dirty="0"/>
              <a:t>initiates communication with a server.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271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F81B0-4B28-4E3F-B720-01A1950B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2B23D-E688-4CE0-9BCB-C46A24B6B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Create a Server Socket</a:t>
            </a:r>
            <a:r>
              <a:rPr lang="en-US" dirty="0"/>
              <a:t>: You listen on a specific port number to accept incoming requests.</a:t>
            </a:r>
          </a:p>
          <a:p>
            <a:r>
              <a:rPr lang="en-US" b="1" dirty="0"/>
              <a:t>Accept Connections</a:t>
            </a:r>
            <a:r>
              <a:rPr lang="en-US" dirty="0"/>
              <a:t>: The server socket accepts a connection from a client, resulting in a regular socket that is used for communication with this specific client.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347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47595-EE47-4BD4-915E-028B4E6A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497A0-E20B-47B6-AFB5-0A422D862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 to a Server: You use a specific IP address and port number to connect to a server. Data can then be sent and received over this connection.</a:t>
            </a:r>
          </a:p>
        </p:txBody>
      </p:sp>
    </p:spTree>
    <p:extLst>
      <p:ext uri="{BB962C8B-B14F-4D97-AF65-F5344CB8AC3E}">
        <p14:creationId xmlns:p14="http://schemas.microsoft.com/office/powerpoint/2010/main" val="2878363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E6E26-727F-4B58-8029-0C655B8F4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8461"/>
          </a:xfrm>
        </p:spPr>
        <p:txBody>
          <a:bodyPr/>
          <a:lstStyle/>
          <a:p>
            <a:r>
              <a:rPr lang="en-US" dirty="0"/>
              <a:t>Example: Simple Server with Sockets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5E63B-7BFA-4D11-8B31-52AF04F36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3586"/>
            <a:ext cx="10515600" cy="561252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public class </a:t>
            </a:r>
            <a:r>
              <a:rPr lang="en-US" dirty="0" err="1"/>
              <a:t>EchoServer</a:t>
            </a:r>
            <a:r>
              <a:rPr lang="en-US" dirty="0"/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int port = 3333;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try (</a:t>
            </a:r>
            <a:r>
              <a:rPr lang="en-US" dirty="0" err="1"/>
              <a:t>ServerSocket</a:t>
            </a:r>
            <a:r>
              <a:rPr lang="en-US" dirty="0"/>
              <a:t> </a:t>
            </a:r>
            <a:r>
              <a:rPr lang="en-US" dirty="0" err="1"/>
              <a:t>serverSocket</a:t>
            </a:r>
            <a:r>
              <a:rPr lang="en-US" dirty="0"/>
              <a:t> = new </a:t>
            </a:r>
            <a:r>
              <a:rPr lang="en-US" dirty="0" err="1"/>
              <a:t>ServerSocket</a:t>
            </a:r>
            <a:r>
              <a:rPr lang="en-US" dirty="0"/>
              <a:t>(port))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("Server is listening on port " + port);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while (true)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Socket </a:t>
            </a:r>
            <a:r>
              <a:rPr lang="en-US" dirty="0" err="1"/>
              <a:t>socket</a:t>
            </a:r>
            <a:r>
              <a:rPr lang="en-US" dirty="0"/>
              <a:t> = </a:t>
            </a:r>
            <a:r>
              <a:rPr lang="en-US" dirty="0" err="1"/>
              <a:t>serverSocket.accept</a:t>
            </a:r>
            <a:r>
              <a:rPr lang="en-US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</a:t>
            </a:r>
            <a:r>
              <a:rPr lang="en-US" dirty="0" err="1"/>
              <a:t>System.out.println</a:t>
            </a:r>
            <a:r>
              <a:rPr lang="en-US" dirty="0"/>
              <a:t>("New client connected");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</a:t>
            </a:r>
            <a:r>
              <a:rPr lang="en-US" dirty="0" err="1"/>
              <a:t>InputStream</a:t>
            </a:r>
            <a:r>
              <a:rPr lang="en-US" dirty="0"/>
              <a:t> input = </a:t>
            </a:r>
            <a:r>
              <a:rPr lang="en-US" dirty="0" err="1"/>
              <a:t>socket.getInputStream</a:t>
            </a:r>
            <a:r>
              <a:rPr lang="en-US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</a:t>
            </a:r>
            <a:r>
              <a:rPr lang="en-US" dirty="0" err="1"/>
              <a:t>BufferedReader</a:t>
            </a:r>
            <a:r>
              <a:rPr lang="en-US" dirty="0"/>
              <a:t> reader = new </a:t>
            </a:r>
            <a:r>
              <a:rPr lang="en-US" dirty="0" err="1"/>
              <a:t>BufferedReader</a:t>
            </a:r>
            <a:r>
              <a:rPr lang="en-US" dirty="0"/>
              <a:t>(new </a:t>
            </a:r>
            <a:r>
              <a:rPr lang="en-US" dirty="0" err="1"/>
              <a:t>InputStreamReader</a:t>
            </a:r>
            <a:r>
              <a:rPr lang="en-US" dirty="0"/>
              <a:t>(input));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</a:t>
            </a:r>
            <a:r>
              <a:rPr lang="en-US" dirty="0" err="1"/>
              <a:t>OutputStream</a:t>
            </a:r>
            <a:r>
              <a:rPr lang="en-US" dirty="0"/>
              <a:t> output = </a:t>
            </a:r>
            <a:r>
              <a:rPr lang="en-US" dirty="0" err="1"/>
              <a:t>socket.getOutputStream</a:t>
            </a:r>
            <a:r>
              <a:rPr lang="en-US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</a:t>
            </a:r>
            <a:r>
              <a:rPr lang="en-US" dirty="0" err="1"/>
              <a:t>PrintWriter</a:t>
            </a:r>
            <a:r>
              <a:rPr lang="en-US" dirty="0"/>
              <a:t> writer = new </a:t>
            </a:r>
            <a:r>
              <a:rPr lang="en-US" dirty="0" err="1"/>
              <a:t>PrintWriter</a:t>
            </a:r>
            <a:r>
              <a:rPr lang="en-US" dirty="0"/>
              <a:t>(output, true);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String text;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// reads a line of text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while ((text = </a:t>
            </a:r>
            <a:r>
              <a:rPr lang="en-US" dirty="0" err="1"/>
              <a:t>reader.readLine</a:t>
            </a:r>
            <a:r>
              <a:rPr lang="en-US" dirty="0"/>
              <a:t>()) != null)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</a:t>
            </a:r>
            <a:r>
              <a:rPr lang="en-US" dirty="0" err="1"/>
              <a:t>System.out.println</a:t>
            </a:r>
            <a:r>
              <a:rPr lang="en-US" dirty="0"/>
              <a:t>("Received: " + text);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</a:t>
            </a:r>
            <a:r>
              <a:rPr lang="en-US" dirty="0" err="1"/>
              <a:t>writer.println</a:t>
            </a:r>
            <a:r>
              <a:rPr lang="en-US" dirty="0"/>
              <a:t>("Echo: " + text);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}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</a:t>
            </a:r>
            <a:r>
              <a:rPr lang="en-US" dirty="0" err="1"/>
              <a:t>socket.close</a:t>
            </a:r>
            <a:r>
              <a:rPr lang="en-US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} catch (</a:t>
            </a:r>
            <a:r>
              <a:rPr lang="en-US" dirty="0" err="1"/>
              <a:t>IOException</a:t>
            </a:r>
            <a:r>
              <a:rPr lang="en-US" dirty="0"/>
              <a:t> ex)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("Server exception: " + </a:t>
            </a:r>
            <a:r>
              <a:rPr lang="en-US" dirty="0" err="1"/>
              <a:t>ex.getMessage</a:t>
            </a:r>
            <a:r>
              <a:rPr lang="en-US" dirty="0"/>
              <a:t>());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</a:t>
            </a:r>
            <a:r>
              <a:rPr lang="en-US" dirty="0" err="1"/>
              <a:t>ex.printStackTrace</a:t>
            </a:r>
            <a:r>
              <a:rPr lang="en-US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241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781</Words>
  <Application>Microsoft Office PowerPoint</Application>
  <PresentationFormat>Widescreen</PresentationFormat>
  <Paragraphs>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Networking Programming</vt:lpstr>
      <vt:lpstr>Basic Networking Concepts</vt:lpstr>
      <vt:lpstr>Networks and Nodes</vt:lpstr>
      <vt:lpstr>IP Addresses and Subnets</vt:lpstr>
      <vt:lpstr>Data Transmission Protocols</vt:lpstr>
      <vt:lpstr>Data Communication</vt:lpstr>
      <vt:lpstr>Packets</vt:lpstr>
      <vt:lpstr>Routers and Routing</vt:lpstr>
      <vt:lpstr>Domain Name System (DNS)</vt:lpstr>
      <vt:lpstr>Java and Networking</vt:lpstr>
      <vt:lpstr>Implementting TCP/UDP Communications</vt:lpstr>
      <vt:lpstr>Core Components Of Java Networking Using TCP</vt:lpstr>
      <vt:lpstr>Sockets: Server Socket and Client Socket</vt:lpstr>
      <vt:lpstr>Server Socket</vt:lpstr>
      <vt:lpstr>Client Socket</vt:lpstr>
      <vt:lpstr>Example: Simple Server with Sockets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Programming</dc:title>
  <dc:creator>Ben Chen</dc:creator>
  <cp:lastModifiedBy>Ben Chen</cp:lastModifiedBy>
  <cp:revision>8</cp:revision>
  <dcterms:created xsi:type="dcterms:W3CDTF">2024-04-24T17:56:17Z</dcterms:created>
  <dcterms:modified xsi:type="dcterms:W3CDTF">2024-05-01T15:39:42Z</dcterms:modified>
</cp:coreProperties>
</file>