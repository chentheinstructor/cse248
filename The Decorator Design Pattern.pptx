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77" autoAdjust="0"/>
    <p:restoredTop sz="94660"/>
  </p:normalViewPr>
  <p:slideViewPr>
    <p:cSldViewPr snapToGrid="0">
      <p:cViewPr varScale="1">
        <p:scale>
          <a:sx n="121" d="100"/>
          <a:sy n="121" d="100"/>
        </p:scale>
        <p:origin x="120"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93A2D-E737-42E3-9D31-89B0A18E7B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A369F39-76D8-4B91-894F-835FEAB04D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12F0BB7-F914-4DF4-821D-940EB9670612}"/>
              </a:ext>
            </a:extLst>
          </p:cNvPr>
          <p:cNvSpPr>
            <a:spLocks noGrp="1"/>
          </p:cNvSpPr>
          <p:nvPr>
            <p:ph type="dt" sz="half" idx="10"/>
          </p:nvPr>
        </p:nvSpPr>
        <p:spPr/>
        <p:txBody>
          <a:bodyPr/>
          <a:lstStyle/>
          <a:p>
            <a:fld id="{4D5ACDB7-EA24-4FCE-B940-18BC38E9B63F}" type="datetimeFigureOut">
              <a:rPr lang="en-US" smtClean="0"/>
              <a:t>4/16/2024</a:t>
            </a:fld>
            <a:endParaRPr lang="en-US"/>
          </a:p>
        </p:txBody>
      </p:sp>
      <p:sp>
        <p:nvSpPr>
          <p:cNvPr id="5" name="Footer Placeholder 4">
            <a:extLst>
              <a:ext uri="{FF2B5EF4-FFF2-40B4-BE49-F238E27FC236}">
                <a16:creationId xmlns:a16="http://schemas.microsoft.com/office/drawing/2014/main" id="{008BD4B6-BD80-44A8-97EE-6B39CD7BE9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DA1F29-702D-4EFC-80BB-F357913EE516}"/>
              </a:ext>
            </a:extLst>
          </p:cNvPr>
          <p:cNvSpPr>
            <a:spLocks noGrp="1"/>
          </p:cNvSpPr>
          <p:nvPr>
            <p:ph type="sldNum" sz="quarter" idx="12"/>
          </p:nvPr>
        </p:nvSpPr>
        <p:spPr/>
        <p:txBody>
          <a:bodyPr/>
          <a:lstStyle/>
          <a:p>
            <a:fld id="{3456EA41-5777-4FCD-ACA5-40E7F0D004D5}" type="slidenum">
              <a:rPr lang="en-US" smtClean="0"/>
              <a:t>‹#›</a:t>
            </a:fld>
            <a:endParaRPr lang="en-US"/>
          </a:p>
        </p:txBody>
      </p:sp>
    </p:spTree>
    <p:extLst>
      <p:ext uri="{BB962C8B-B14F-4D97-AF65-F5344CB8AC3E}">
        <p14:creationId xmlns:p14="http://schemas.microsoft.com/office/powerpoint/2010/main" val="8847207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52784-2D8D-4D25-A25F-7C73CC9092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3B3014-DE04-431F-907B-0B7291B9D29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1E25BC-3652-4E2A-91CE-5B86FA030139}"/>
              </a:ext>
            </a:extLst>
          </p:cNvPr>
          <p:cNvSpPr>
            <a:spLocks noGrp="1"/>
          </p:cNvSpPr>
          <p:nvPr>
            <p:ph type="dt" sz="half" idx="10"/>
          </p:nvPr>
        </p:nvSpPr>
        <p:spPr/>
        <p:txBody>
          <a:bodyPr/>
          <a:lstStyle/>
          <a:p>
            <a:fld id="{4D5ACDB7-EA24-4FCE-B940-18BC38E9B63F}" type="datetimeFigureOut">
              <a:rPr lang="en-US" smtClean="0"/>
              <a:t>4/16/2024</a:t>
            </a:fld>
            <a:endParaRPr lang="en-US"/>
          </a:p>
        </p:txBody>
      </p:sp>
      <p:sp>
        <p:nvSpPr>
          <p:cNvPr id="5" name="Footer Placeholder 4">
            <a:extLst>
              <a:ext uri="{FF2B5EF4-FFF2-40B4-BE49-F238E27FC236}">
                <a16:creationId xmlns:a16="http://schemas.microsoft.com/office/drawing/2014/main" id="{6DD13196-3061-4A74-A9DD-2F186331CA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544FAF-0D59-4318-B660-375321EB621F}"/>
              </a:ext>
            </a:extLst>
          </p:cNvPr>
          <p:cNvSpPr>
            <a:spLocks noGrp="1"/>
          </p:cNvSpPr>
          <p:nvPr>
            <p:ph type="sldNum" sz="quarter" idx="12"/>
          </p:nvPr>
        </p:nvSpPr>
        <p:spPr/>
        <p:txBody>
          <a:bodyPr/>
          <a:lstStyle/>
          <a:p>
            <a:fld id="{3456EA41-5777-4FCD-ACA5-40E7F0D004D5}" type="slidenum">
              <a:rPr lang="en-US" smtClean="0"/>
              <a:t>‹#›</a:t>
            </a:fld>
            <a:endParaRPr lang="en-US"/>
          </a:p>
        </p:txBody>
      </p:sp>
    </p:spTree>
    <p:extLst>
      <p:ext uri="{BB962C8B-B14F-4D97-AF65-F5344CB8AC3E}">
        <p14:creationId xmlns:p14="http://schemas.microsoft.com/office/powerpoint/2010/main" val="615358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3B4D8-19BE-4CC9-82B4-1F079B3B9A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439AADF-9AEE-4716-840C-34457C19BD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31DC8E3-691B-4983-A783-0651B1AAAEE4}"/>
              </a:ext>
            </a:extLst>
          </p:cNvPr>
          <p:cNvSpPr>
            <a:spLocks noGrp="1"/>
          </p:cNvSpPr>
          <p:nvPr>
            <p:ph type="dt" sz="half" idx="10"/>
          </p:nvPr>
        </p:nvSpPr>
        <p:spPr/>
        <p:txBody>
          <a:bodyPr/>
          <a:lstStyle/>
          <a:p>
            <a:fld id="{4D5ACDB7-EA24-4FCE-B940-18BC38E9B63F}" type="datetimeFigureOut">
              <a:rPr lang="en-US" smtClean="0"/>
              <a:t>4/16/2024</a:t>
            </a:fld>
            <a:endParaRPr lang="en-US"/>
          </a:p>
        </p:txBody>
      </p:sp>
      <p:sp>
        <p:nvSpPr>
          <p:cNvPr id="5" name="Footer Placeholder 4">
            <a:extLst>
              <a:ext uri="{FF2B5EF4-FFF2-40B4-BE49-F238E27FC236}">
                <a16:creationId xmlns:a16="http://schemas.microsoft.com/office/drawing/2014/main" id="{B64E75A5-B85E-4DFA-A9AF-7204F8329E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6152A9-8E04-41E5-A3E8-19C72E2C7AC8}"/>
              </a:ext>
            </a:extLst>
          </p:cNvPr>
          <p:cNvSpPr>
            <a:spLocks noGrp="1"/>
          </p:cNvSpPr>
          <p:nvPr>
            <p:ph type="sldNum" sz="quarter" idx="12"/>
          </p:nvPr>
        </p:nvSpPr>
        <p:spPr/>
        <p:txBody>
          <a:bodyPr/>
          <a:lstStyle/>
          <a:p>
            <a:fld id="{3456EA41-5777-4FCD-ACA5-40E7F0D004D5}" type="slidenum">
              <a:rPr lang="en-US" smtClean="0"/>
              <a:t>‹#›</a:t>
            </a:fld>
            <a:endParaRPr lang="en-US"/>
          </a:p>
        </p:txBody>
      </p:sp>
    </p:spTree>
    <p:extLst>
      <p:ext uri="{BB962C8B-B14F-4D97-AF65-F5344CB8AC3E}">
        <p14:creationId xmlns:p14="http://schemas.microsoft.com/office/powerpoint/2010/main" val="2797323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C6894-B6B1-4CEE-B925-299654A161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2A96A0-C273-49C7-B7F2-BB39F3BE4F3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591D0E-B00A-4F4F-B2AC-80BDAB52DE2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6142236-E07C-43B9-A2CA-75F3DB673B25}"/>
              </a:ext>
            </a:extLst>
          </p:cNvPr>
          <p:cNvSpPr>
            <a:spLocks noGrp="1"/>
          </p:cNvSpPr>
          <p:nvPr>
            <p:ph type="dt" sz="half" idx="10"/>
          </p:nvPr>
        </p:nvSpPr>
        <p:spPr/>
        <p:txBody>
          <a:bodyPr/>
          <a:lstStyle/>
          <a:p>
            <a:fld id="{4D5ACDB7-EA24-4FCE-B940-18BC38E9B63F}" type="datetimeFigureOut">
              <a:rPr lang="en-US" smtClean="0"/>
              <a:t>4/16/2024</a:t>
            </a:fld>
            <a:endParaRPr lang="en-US"/>
          </a:p>
        </p:txBody>
      </p:sp>
      <p:sp>
        <p:nvSpPr>
          <p:cNvPr id="6" name="Footer Placeholder 5">
            <a:extLst>
              <a:ext uri="{FF2B5EF4-FFF2-40B4-BE49-F238E27FC236}">
                <a16:creationId xmlns:a16="http://schemas.microsoft.com/office/drawing/2014/main" id="{AB02B734-5CA8-4F26-AF0C-FE4A8E00D1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51E1DC-4210-431E-BA9C-4541908C9CBB}"/>
              </a:ext>
            </a:extLst>
          </p:cNvPr>
          <p:cNvSpPr>
            <a:spLocks noGrp="1"/>
          </p:cNvSpPr>
          <p:nvPr>
            <p:ph type="sldNum" sz="quarter" idx="12"/>
          </p:nvPr>
        </p:nvSpPr>
        <p:spPr/>
        <p:txBody>
          <a:bodyPr/>
          <a:lstStyle/>
          <a:p>
            <a:fld id="{3456EA41-5777-4FCD-ACA5-40E7F0D004D5}" type="slidenum">
              <a:rPr lang="en-US" smtClean="0"/>
              <a:t>‹#›</a:t>
            </a:fld>
            <a:endParaRPr lang="en-US"/>
          </a:p>
        </p:txBody>
      </p:sp>
    </p:spTree>
    <p:extLst>
      <p:ext uri="{BB962C8B-B14F-4D97-AF65-F5344CB8AC3E}">
        <p14:creationId xmlns:p14="http://schemas.microsoft.com/office/powerpoint/2010/main" val="25961507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CBBB1-8A52-4BDF-BCDD-029EB3BF6F2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EB9965D-8A6F-472D-B2C9-700653B05C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A8AD52D-C0D0-42EF-9C04-DA18F94C300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F5702E-D294-4716-8EEB-0882D5A0AC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823FDF5-3D55-4A84-9EBA-E7FA6A3AC15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91CA5F5-09E2-4D38-9833-DB4FDFE1633E}"/>
              </a:ext>
            </a:extLst>
          </p:cNvPr>
          <p:cNvSpPr>
            <a:spLocks noGrp="1"/>
          </p:cNvSpPr>
          <p:nvPr>
            <p:ph type="dt" sz="half" idx="10"/>
          </p:nvPr>
        </p:nvSpPr>
        <p:spPr/>
        <p:txBody>
          <a:bodyPr/>
          <a:lstStyle/>
          <a:p>
            <a:fld id="{4D5ACDB7-EA24-4FCE-B940-18BC38E9B63F}" type="datetimeFigureOut">
              <a:rPr lang="en-US" smtClean="0"/>
              <a:t>4/16/2024</a:t>
            </a:fld>
            <a:endParaRPr lang="en-US"/>
          </a:p>
        </p:txBody>
      </p:sp>
      <p:sp>
        <p:nvSpPr>
          <p:cNvPr id="8" name="Footer Placeholder 7">
            <a:extLst>
              <a:ext uri="{FF2B5EF4-FFF2-40B4-BE49-F238E27FC236}">
                <a16:creationId xmlns:a16="http://schemas.microsoft.com/office/drawing/2014/main" id="{0654AD42-5320-4B9F-98A2-59611DCDD68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352B920-3C6C-4F22-99C2-FF21E5FD6DCB}"/>
              </a:ext>
            </a:extLst>
          </p:cNvPr>
          <p:cNvSpPr>
            <a:spLocks noGrp="1"/>
          </p:cNvSpPr>
          <p:nvPr>
            <p:ph type="sldNum" sz="quarter" idx="12"/>
          </p:nvPr>
        </p:nvSpPr>
        <p:spPr/>
        <p:txBody>
          <a:bodyPr/>
          <a:lstStyle/>
          <a:p>
            <a:fld id="{3456EA41-5777-4FCD-ACA5-40E7F0D004D5}" type="slidenum">
              <a:rPr lang="en-US" smtClean="0"/>
              <a:t>‹#›</a:t>
            </a:fld>
            <a:endParaRPr lang="en-US"/>
          </a:p>
        </p:txBody>
      </p:sp>
    </p:spTree>
    <p:extLst>
      <p:ext uri="{BB962C8B-B14F-4D97-AF65-F5344CB8AC3E}">
        <p14:creationId xmlns:p14="http://schemas.microsoft.com/office/powerpoint/2010/main" val="14892155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8CEE8-79C1-439F-862A-B724F72E2D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4E8500F-F707-426D-82D4-BC8D6D10796A}"/>
              </a:ext>
            </a:extLst>
          </p:cNvPr>
          <p:cNvSpPr>
            <a:spLocks noGrp="1"/>
          </p:cNvSpPr>
          <p:nvPr>
            <p:ph type="dt" sz="half" idx="10"/>
          </p:nvPr>
        </p:nvSpPr>
        <p:spPr/>
        <p:txBody>
          <a:bodyPr/>
          <a:lstStyle/>
          <a:p>
            <a:fld id="{4D5ACDB7-EA24-4FCE-B940-18BC38E9B63F}" type="datetimeFigureOut">
              <a:rPr lang="en-US" smtClean="0"/>
              <a:t>4/16/2024</a:t>
            </a:fld>
            <a:endParaRPr lang="en-US"/>
          </a:p>
        </p:txBody>
      </p:sp>
      <p:sp>
        <p:nvSpPr>
          <p:cNvPr id="4" name="Footer Placeholder 3">
            <a:extLst>
              <a:ext uri="{FF2B5EF4-FFF2-40B4-BE49-F238E27FC236}">
                <a16:creationId xmlns:a16="http://schemas.microsoft.com/office/drawing/2014/main" id="{432D3B5B-1948-4BBA-88F7-8651D3D37CC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F10F68A-BA77-4D8C-9C51-BA92AD74979E}"/>
              </a:ext>
            </a:extLst>
          </p:cNvPr>
          <p:cNvSpPr>
            <a:spLocks noGrp="1"/>
          </p:cNvSpPr>
          <p:nvPr>
            <p:ph type="sldNum" sz="quarter" idx="12"/>
          </p:nvPr>
        </p:nvSpPr>
        <p:spPr/>
        <p:txBody>
          <a:bodyPr/>
          <a:lstStyle/>
          <a:p>
            <a:fld id="{3456EA41-5777-4FCD-ACA5-40E7F0D004D5}" type="slidenum">
              <a:rPr lang="en-US" smtClean="0"/>
              <a:t>‹#›</a:t>
            </a:fld>
            <a:endParaRPr lang="en-US"/>
          </a:p>
        </p:txBody>
      </p:sp>
    </p:spTree>
    <p:extLst>
      <p:ext uri="{BB962C8B-B14F-4D97-AF65-F5344CB8AC3E}">
        <p14:creationId xmlns:p14="http://schemas.microsoft.com/office/powerpoint/2010/main" val="1375389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75616F-B080-41FC-AFE9-41D97CA594CD}"/>
              </a:ext>
            </a:extLst>
          </p:cNvPr>
          <p:cNvSpPr>
            <a:spLocks noGrp="1"/>
          </p:cNvSpPr>
          <p:nvPr>
            <p:ph type="dt" sz="half" idx="10"/>
          </p:nvPr>
        </p:nvSpPr>
        <p:spPr/>
        <p:txBody>
          <a:bodyPr/>
          <a:lstStyle/>
          <a:p>
            <a:fld id="{4D5ACDB7-EA24-4FCE-B940-18BC38E9B63F}" type="datetimeFigureOut">
              <a:rPr lang="en-US" smtClean="0"/>
              <a:t>4/16/2024</a:t>
            </a:fld>
            <a:endParaRPr lang="en-US"/>
          </a:p>
        </p:txBody>
      </p:sp>
      <p:sp>
        <p:nvSpPr>
          <p:cNvPr id="3" name="Footer Placeholder 2">
            <a:extLst>
              <a:ext uri="{FF2B5EF4-FFF2-40B4-BE49-F238E27FC236}">
                <a16:creationId xmlns:a16="http://schemas.microsoft.com/office/drawing/2014/main" id="{2C2F9F64-AFBD-4B49-9E7C-F5B4FB4BE3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70260D7-525A-4423-9A50-F9DBEC5EEC5E}"/>
              </a:ext>
            </a:extLst>
          </p:cNvPr>
          <p:cNvSpPr>
            <a:spLocks noGrp="1"/>
          </p:cNvSpPr>
          <p:nvPr>
            <p:ph type="sldNum" sz="quarter" idx="12"/>
          </p:nvPr>
        </p:nvSpPr>
        <p:spPr/>
        <p:txBody>
          <a:bodyPr/>
          <a:lstStyle/>
          <a:p>
            <a:fld id="{3456EA41-5777-4FCD-ACA5-40E7F0D004D5}" type="slidenum">
              <a:rPr lang="en-US" smtClean="0"/>
              <a:t>‹#›</a:t>
            </a:fld>
            <a:endParaRPr lang="en-US"/>
          </a:p>
        </p:txBody>
      </p:sp>
    </p:spTree>
    <p:extLst>
      <p:ext uri="{BB962C8B-B14F-4D97-AF65-F5344CB8AC3E}">
        <p14:creationId xmlns:p14="http://schemas.microsoft.com/office/powerpoint/2010/main" val="3876128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DD1D0-C447-4306-8D42-A23AA6BA20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4170DAC-710B-4134-A818-62D283AEDF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0840CE-7A41-48BE-AD87-E9C424E69E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22995B2-8FF2-4D09-A82D-EBA140719045}"/>
              </a:ext>
            </a:extLst>
          </p:cNvPr>
          <p:cNvSpPr>
            <a:spLocks noGrp="1"/>
          </p:cNvSpPr>
          <p:nvPr>
            <p:ph type="dt" sz="half" idx="10"/>
          </p:nvPr>
        </p:nvSpPr>
        <p:spPr/>
        <p:txBody>
          <a:bodyPr/>
          <a:lstStyle/>
          <a:p>
            <a:fld id="{4D5ACDB7-EA24-4FCE-B940-18BC38E9B63F}" type="datetimeFigureOut">
              <a:rPr lang="en-US" smtClean="0"/>
              <a:t>4/16/2024</a:t>
            </a:fld>
            <a:endParaRPr lang="en-US"/>
          </a:p>
        </p:txBody>
      </p:sp>
      <p:sp>
        <p:nvSpPr>
          <p:cNvPr id="6" name="Footer Placeholder 5">
            <a:extLst>
              <a:ext uri="{FF2B5EF4-FFF2-40B4-BE49-F238E27FC236}">
                <a16:creationId xmlns:a16="http://schemas.microsoft.com/office/drawing/2014/main" id="{3945DEC6-9979-4BAF-8D92-88A0F91BDC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9AB8AE-1DFA-4330-9370-6B12740495CA}"/>
              </a:ext>
            </a:extLst>
          </p:cNvPr>
          <p:cNvSpPr>
            <a:spLocks noGrp="1"/>
          </p:cNvSpPr>
          <p:nvPr>
            <p:ph type="sldNum" sz="quarter" idx="12"/>
          </p:nvPr>
        </p:nvSpPr>
        <p:spPr/>
        <p:txBody>
          <a:bodyPr/>
          <a:lstStyle/>
          <a:p>
            <a:fld id="{3456EA41-5777-4FCD-ACA5-40E7F0D004D5}" type="slidenum">
              <a:rPr lang="en-US" smtClean="0"/>
              <a:t>‹#›</a:t>
            </a:fld>
            <a:endParaRPr lang="en-US"/>
          </a:p>
        </p:txBody>
      </p:sp>
    </p:spTree>
    <p:extLst>
      <p:ext uri="{BB962C8B-B14F-4D97-AF65-F5344CB8AC3E}">
        <p14:creationId xmlns:p14="http://schemas.microsoft.com/office/powerpoint/2010/main" val="2601547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D5020-09E6-49D1-9A29-80D783376B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AED343-DF0D-442E-BC66-BE9DBB16C1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8F9E35B-8E93-4B04-B731-1055D03018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8BBF775-3824-44AF-A167-44D90A567966}"/>
              </a:ext>
            </a:extLst>
          </p:cNvPr>
          <p:cNvSpPr>
            <a:spLocks noGrp="1"/>
          </p:cNvSpPr>
          <p:nvPr>
            <p:ph type="dt" sz="half" idx="10"/>
          </p:nvPr>
        </p:nvSpPr>
        <p:spPr/>
        <p:txBody>
          <a:bodyPr/>
          <a:lstStyle/>
          <a:p>
            <a:fld id="{4D5ACDB7-EA24-4FCE-B940-18BC38E9B63F}" type="datetimeFigureOut">
              <a:rPr lang="en-US" smtClean="0"/>
              <a:t>4/16/2024</a:t>
            </a:fld>
            <a:endParaRPr lang="en-US"/>
          </a:p>
        </p:txBody>
      </p:sp>
      <p:sp>
        <p:nvSpPr>
          <p:cNvPr id="6" name="Footer Placeholder 5">
            <a:extLst>
              <a:ext uri="{FF2B5EF4-FFF2-40B4-BE49-F238E27FC236}">
                <a16:creationId xmlns:a16="http://schemas.microsoft.com/office/drawing/2014/main" id="{4D7C5301-86EC-480B-9F17-1BE70CCEAA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D0D34A-A369-4F14-9E2B-1CE0F947E6FE}"/>
              </a:ext>
            </a:extLst>
          </p:cNvPr>
          <p:cNvSpPr>
            <a:spLocks noGrp="1"/>
          </p:cNvSpPr>
          <p:nvPr>
            <p:ph type="sldNum" sz="quarter" idx="12"/>
          </p:nvPr>
        </p:nvSpPr>
        <p:spPr/>
        <p:txBody>
          <a:bodyPr/>
          <a:lstStyle/>
          <a:p>
            <a:fld id="{3456EA41-5777-4FCD-ACA5-40E7F0D004D5}" type="slidenum">
              <a:rPr lang="en-US" smtClean="0"/>
              <a:t>‹#›</a:t>
            </a:fld>
            <a:endParaRPr lang="en-US"/>
          </a:p>
        </p:txBody>
      </p:sp>
    </p:spTree>
    <p:extLst>
      <p:ext uri="{BB962C8B-B14F-4D97-AF65-F5344CB8AC3E}">
        <p14:creationId xmlns:p14="http://schemas.microsoft.com/office/powerpoint/2010/main" val="1085322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F7DBE-E12E-4C4B-9AC1-989297FC27F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4A79288-D4BF-4ACD-BC6F-EB6D9FD290D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5C73D4-A5DF-45B3-8AAA-1A364D90917D}"/>
              </a:ext>
            </a:extLst>
          </p:cNvPr>
          <p:cNvSpPr>
            <a:spLocks noGrp="1"/>
          </p:cNvSpPr>
          <p:nvPr>
            <p:ph type="dt" sz="half" idx="10"/>
          </p:nvPr>
        </p:nvSpPr>
        <p:spPr/>
        <p:txBody>
          <a:bodyPr/>
          <a:lstStyle/>
          <a:p>
            <a:fld id="{4D5ACDB7-EA24-4FCE-B940-18BC38E9B63F}" type="datetimeFigureOut">
              <a:rPr lang="en-US" smtClean="0"/>
              <a:t>4/16/2024</a:t>
            </a:fld>
            <a:endParaRPr lang="en-US"/>
          </a:p>
        </p:txBody>
      </p:sp>
      <p:sp>
        <p:nvSpPr>
          <p:cNvPr id="5" name="Footer Placeholder 4">
            <a:extLst>
              <a:ext uri="{FF2B5EF4-FFF2-40B4-BE49-F238E27FC236}">
                <a16:creationId xmlns:a16="http://schemas.microsoft.com/office/drawing/2014/main" id="{3162F2A9-58DB-415F-8402-DF668CFC14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138AA5-BB99-4E42-A15E-6CFE1A214922}"/>
              </a:ext>
            </a:extLst>
          </p:cNvPr>
          <p:cNvSpPr>
            <a:spLocks noGrp="1"/>
          </p:cNvSpPr>
          <p:nvPr>
            <p:ph type="sldNum" sz="quarter" idx="12"/>
          </p:nvPr>
        </p:nvSpPr>
        <p:spPr/>
        <p:txBody>
          <a:bodyPr/>
          <a:lstStyle/>
          <a:p>
            <a:fld id="{3456EA41-5777-4FCD-ACA5-40E7F0D004D5}" type="slidenum">
              <a:rPr lang="en-US" smtClean="0"/>
              <a:t>‹#›</a:t>
            </a:fld>
            <a:endParaRPr lang="en-US"/>
          </a:p>
        </p:txBody>
      </p:sp>
    </p:spTree>
    <p:extLst>
      <p:ext uri="{BB962C8B-B14F-4D97-AF65-F5344CB8AC3E}">
        <p14:creationId xmlns:p14="http://schemas.microsoft.com/office/powerpoint/2010/main" val="2816805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5BD269-D28F-4626-980B-A202F96F372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BA16330-3FB9-4DC6-B05F-6EFDCC8EE1F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BB2C28-B272-421A-812C-CA4C3AC15070}"/>
              </a:ext>
            </a:extLst>
          </p:cNvPr>
          <p:cNvSpPr>
            <a:spLocks noGrp="1"/>
          </p:cNvSpPr>
          <p:nvPr>
            <p:ph type="dt" sz="half" idx="10"/>
          </p:nvPr>
        </p:nvSpPr>
        <p:spPr/>
        <p:txBody>
          <a:bodyPr/>
          <a:lstStyle/>
          <a:p>
            <a:fld id="{4D5ACDB7-EA24-4FCE-B940-18BC38E9B63F}" type="datetimeFigureOut">
              <a:rPr lang="en-US" smtClean="0"/>
              <a:t>4/16/2024</a:t>
            </a:fld>
            <a:endParaRPr lang="en-US"/>
          </a:p>
        </p:txBody>
      </p:sp>
      <p:sp>
        <p:nvSpPr>
          <p:cNvPr id="5" name="Footer Placeholder 4">
            <a:extLst>
              <a:ext uri="{FF2B5EF4-FFF2-40B4-BE49-F238E27FC236}">
                <a16:creationId xmlns:a16="http://schemas.microsoft.com/office/drawing/2014/main" id="{38DEED33-165C-4FCF-B715-4096DBE876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9D9A68-04CF-420E-9D74-622F874773D7}"/>
              </a:ext>
            </a:extLst>
          </p:cNvPr>
          <p:cNvSpPr>
            <a:spLocks noGrp="1"/>
          </p:cNvSpPr>
          <p:nvPr>
            <p:ph type="sldNum" sz="quarter" idx="12"/>
          </p:nvPr>
        </p:nvSpPr>
        <p:spPr/>
        <p:txBody>
          <a:bodyPr/>
          <a:lstStyle/>
          <a:p>
            <a:fld id="{3456EA41-5777-4FCD-ACA5-40E7F0D004D5}" type="slidenum">
              <a:rPr lang="en-US" smtClean="0"/>
              <a:t>‹#›</a:t>
            </a:fld>
            <a:endParaRPr lang="en-US"/>
          </a:p>
        </p:txBody>
      </p:sp>
    </p:spTree>
    <p:extLst>
      <p:ext uri="{BB962C8B-B14F-4D97-AF65-F5344CB8AC3E}">
        <p14:creationId xmlns:p14="http://schemas.microsoft.com/office/powerpoint/2010/main" val="902091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F7B69E-5A70-476C-AAF7-65A03CE9B6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BEA5E3-55B0-42F2-BE55-09976B72D7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C8606C-744B-43A4-87E6-28A748FBFF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5ACDB7-EA24-4FCE-B940-18BC38E9B63F}" type="datetimeFigureOut">
              <a:rPr lang="en-US" smtClean="0"/>
              <a:t>4/16/2024</a:t>
            </a:fld>
            <a:endParaRPr lang="en-US"/>
          </a:p>
        </p:txBody>
      </p:sp>
      <p:sp>
        <p:nvSpPr>
          <p:cNvPr id="5" name="Footer Placeholder 4">
            <a:extLst>
              <a:ext uri="{FF2B5EF4-FFF2-40B4-BE49-F238E27FC236}">
                <a16:creationId xmlns:a16="http://schemas.microsoft.com/office/drawing/2014/main" id="{4B6C351F-F5A2-4668-94C3-0E6A3F8B98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DF24FA7-161D-444F-8D33-6D900838A3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56EA41-5777-4FCD-ACA5-40E7F0D004D5}" type="slidenum">
              <a:rPr lang="en-US" smtClean="0"/>
              <a:t>‹#›</a:t>
            </a:fld>
            <a:endParaRPr lang="en-US"/>
          </a:p>
        </p:txBody>
      </p:sp>
    </p:spTree>
    <p:extLst>
      <p:ext uri="{BB962C8B-B14F-4D97-AF65-F5344CB8AC3E}">
        <p14:creationId xmlns:p14="http://schemas.microsoft.com/office/powerpoint/2010/main" val="25306424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EE71D-E28D-4F0C-A916-2FC49D36BBFC}"/>
              </a:ext>
            </a:extLst>
          </p:cNvPr>
          <p:cNvSpPr>
            <a:spLocks noGrp="1"/>
          </p:cNvSpPr>
          <p:nvPr>
            <p:ph type="ctrTitle"/>
          </p:nvPr>
        </p:nvSpPr>
        <p:spPr>
          <a:xfrm>
            <a:off x="1524000" y="-296533"/>
            <a:ext cx="9144000" cy="2387600"/>
          </a:xfrm>
        </p:spPr>
        <p:txBody>
          <a:bodyPr/>
          <a:lstStyle/>
          <a:p>
            <a:r>
              <a:rPr lang="en-US" dirty="0"/>
              <a:t>The Decorator Pattern</a:t>
            </a:r>
          </a:p>
        </p:txBody>
      </p:sp>
      <p:sp>
        <p:nvSpPr>
          <p:cNvPr id="3" name="Subtitle 2">
            <a:extLst>
              <a:ext uri="{FF2B5EF4-FFF2-40B4-BE49-F238E27FC236}">
                <a16:creationId xmlns:a16="http://schemas.microsoft.com/office/drawing/2014/main" id="{D646B991-532F-4C81-A4D7-571D8834EEDA}"/>
              </a:ext>
            </a:extLst>
          </p:cNvPr>
          <p:cNvSpPr>
            <a:spLocks noGrp="1"/>
          </p:cNvSpPr>
          <p:nvPr>
            <p:ph type="subTitle" idx="1"/>
          </p:nvPr>
        </p:nvSpPr>
        <p:spPr>
          <a:xfrm>
            <a:off x="1524000" y="2091067"/>
            <a:ext cx="9144000" cy="3166733"/>
          </a:xfrm>
        </p:spPr>
        <p:txBody>
          <a:bodyPr>
            <a:noAutofit/>
          </a:bodyPr>
          <a:lstStyle/>
          <a:p>
            <a:pPr algn="l"/>
            <a:r>
              <a:rPr lang="en-US" sz="2800" dirty="0"/>
              <a:t>A structural pattern used to allow behavior to be added to individual objects, either statically or dynamically, without affecting the behavior of other objects from the same class. This pattern is particularly useful for adhering to the Single Responsibility Principle (SRP), one of the SOLID principles in object-oriented design, which states that a class should have only one reason to change.</a:t>
            </a:r>
          </a:p>
        </p:txBody>
      </p:sp>
    </p:spTree>
    <p:extLst>
      <p:ext uri="{BB962C8B-B14F-4D97-AF65-F5344CB8AC3E}">
        <p14:creationId xmlns:p14="http://schemas.microsoft.com/office/powerpoint/2010/main" val="514015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F218C-56FA-4B4E-B6EF-1518C3E871F8}"/>
              </a:ext>
            </a:extLst>
          </p:cNvPr>
          <p:cNvSpPr>
            <a:spLocks noGrp="1"/>
          </p:cNvSpPr>
          <p:nvPr>
            <p:ph type="title"/>
          </p:nvPr>
        </p:nvSpPr>
        <p:spPr/>
        <p:txBody>
          <a:bodyPr/>
          <a:lstStyle/>
          <a:p>
            <a:r>
              <a:rPr lang="en-US" dirty="0"/>
              <a:t>Single Responsibility Principle (SRP)</a:t>
            </a:r>
          </a:p>
        </p:txBody>
      </p:sp>
      <p:sp>
        <p:nvSpPr>
          <p:cNvPr id="3" name="Content Placeholder 2">
            <a:extLst>
              <a:ext uri="{FF2B5EF4-FFF2-40B4-BE49-F238E27FC236}">
                <a16:creationId xmlns:a16="http://schemas.microsoft.com/office/drawing/2014/main" id="{01EFDBCE-CA28-4AB4-B554-3E78621F332B}"/>
              </a:ext>
            </a:extLst>
          </p:cNvPr>
          <p:cNvSpPr>
            <a:spLocks noGrp="1"/>
          </p:cNvSpPr>
          <p:nvPr>
            <p:ph idx="1"/>
          </p:nvPr>
        </p:nvSpPr>
        <p:spPr/>
        <p:txBody>
          <a:bodyPr/>
          <a:lstStyle/>
          <a:p>
            <a:r>
              <a:rPr lang="en-US" b="1" dirty="0"/>
              <a:t>Responsibility</a:t>
            </a:r>
            <a:r>
              <a:rPr lang="en-US" dirty="0"/>
              <a:t> in this context is defined as a reason for change. If a class has more than one responsibility, it means it serves more than one purpose or function within the software, and thus it has multiple reasons to be changed. If changes in one area of functionality affect a class, that class has the responsibility of handling that area of functionality.</a:t>
            </a:r>
          </a:p>
          <a:p>
            <a:r>
              <a:rPr lang="en-US" dirty="0"/>
              <a:t>The essence of SRP is about limiting the impact of changes and simplifying the maintenance of the codebase. A class should not be a Swiss Army knife of capabilities; rather, it should be more like a specific tool that performs a well-defined and focused job.</a:t>
            </a:r>
          </a:p>
          <a:p>
            <a:endParaRPr lang="en-US" dirty="0"/>
          </a:p>
        </p:txBody>
      </p:sp>
    </p:spTree>
    <p:extLst>
      <p:ext uri="{BB962C8B-B14F-4D97-AF65-F5344CB8AC3E}">
        <p14:creationId xmlns:p14="http://schemas.microsoft.com/office/powerpoint/2010/main" val="7907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4E1D4-041A-45A8-8C20-CEAF65EE83AE}"/>
              </a:ext>
            </a:extLst>
          </p:cNvPr>
          <p:cNvSpPr>
            <a:spLocks noGrp="1"/>
          </p:cNvSpPr>
          <p:nvPr>
            <p:ph type="title"/>
          </p:nvPr>
        </p:nvSpPr>
        <p:spPr/>
        <p:txBody>
          <a:bodyPr/>
          <a:lstStyle/>
          <a:p>
            <a:r>
              <a:rPr lang="en-US" dirty="0"/>
              <a:t>The Decorator Pattern Concept</a:t>
            </a:r>
          </a:p>
        </p:txBody>
      </p:sp>
      <p:sp>
        <p:nvSpPr>
          <p:cNvPr id="3" name="Content Placeholder 2">
            <a:extLst>
              <a:ext uri="{FF2B5EF4-FFF2-40B4-BE49-F238E27FC236}">
                <a16:creationId xmlns:a16="http://schemas.microsoft.com/office/drawing/2014/main" id="{80346872-F7EE-46D9-9ECC-E9BF6A94E935}"/>
              </a:ext>
            </a:extLst>
          </p:cNvPr>
          <p:cNvSpPr>
            <a:spLocks noGrp="1"/>
          </p:cNvSpPr>
          <p:nvPr>
            <p:ph idx="1"/>
          </p:nvPr>
        </p:nvSpPr>
        <p:spPr/>
        <p:txBody>
          <a:bodyPr/>
          <a:lstStyle/>
          <a:p>
            <a:r>
              <a:rPr lang="en-US" dirty="0"/>
              <a:t>The decorator pattern involves a set of decorator classes that are used to wrap concrete components. A decorator class mirrors the type of the component it decorates so that it can be used in place of the original component without additional code changes outside the decoration. The decorator forwards requests to the component and may perform additional actions before or after forwarding. The true power of decorators comes from the fact that they can be stacked or chained on top of each other, each one adding its functionality before or after delegating to the original component or the next decorator.</a:t>
            </a:r>
          </a:p>
        </p:txBody>
      </p:sp>
    </p:spTree>
    <p:extLst>
      <p:ext uri="{BB962C8B-B14F-4D97-AF65-F5344CB8AC3E}">
        <p14:creationId xmlns:p14="http://schemas.microsoft.com/office/powerpoint/2010/main" val="1711695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6F8CE-05B0-4EC0-AB6E-1240FAA88A49}"/>
              </a:ext>
            </a:extLst>
          </p:cNvPr>
          <p:cNvSpPr>
            <a:spLocks noGrp="1"/>
          </p:cNvSpPr>
          <p:nvPr>
            <p:ph type="title"/>
          </p:nvPr>
        </p:nvSpPr>
        <p:spPr/>
        <p:txBody>
          <a:bodyPr/>
          <a:lstStyle/>
          <a:p>
            <a:r>
              <a:rPr lang="en-US" dirty="0"/>
              <a:t>Structure</a:t>
            </a:r>
          </a:p>
        </p:txBody>
      </p:sp>
      <p:sp>
        <p:nvSpPr>
          <p:cNvPr id="3" name="Content Placeholder 2">
            <a:extLst>
              <a:ext uri="{FF2B5EF4-FFF2-40B4-BE49-F238E27FC236}">
                <a16:creationId xmlns:a16="http://schemas.microsoft.com/office/drawing/2014/main" id="{7B961DAC-F689-49F9-8E1C-87EE216D2478}"/>
              </a:ext>
            </a:extLst>
          </p:cNvPr>
          <p:cNvSpPr>
            <a:spLocks noGrp="1"/>
          </p:cNvSpPr>
          <p:nvPr>
            <p:ph idx="1"/>
          </p:nvPr>
        </p:nvSpPr>
        <p:spPr/>
        <p:txBody>
          <a:bodyPr/>
          <a:lstStyle/>
          <a:p>
            <a:r>
              <a:rPr lang="en-US" b="1" dirty="0"/>
              <a:t>Component</a:t>
            </a:r>
            <a:r>
              <a:rPr lang="en-US" dirty="0"/>
              <a:t>:</a:t>
            </a:r>
          </a:p>
          <a:p>
            <a:pPr lvl="1"/>
            <a:r>
              <a:rPr lang="en-US" dirty="0"/>
              <a:t>Defines the interface for objects that can have responsibilities added to them dynamically.</a:t>
            </a:r>
          </a:p>
          <a:p>
            <a:r>
              <a:rPr lang="en-US" b="1" dirty="0" err="1"/>
              <a:t>ConcreteComponent</a:t>
            </a:r>
            <a:r>
              <a:rPr lang="en-US" dirty="0"/>
              <a:t>:</a:t>
            </a:r>
          </a:p>
          <a:p>
            <a:pPr lvl="1"/>
            <a:r>
              <a:rPr lang="en-US" dirty="0"/>
              <a:t>Defines an object to which additional responsibilities can be attached.</a:t>
            </a:r>
          </a:p>
          <a:p>
            <a:r>
              <a:rPr lang="en-US" b="1" dirty="0"/>
              <a:t>Decorator</a:t>
            </a:r>
            <a:r>
              <a:rPr lang="en-US" dirty="0"/>
              <a:t>:</a:t>
            </a:r>
          </a:p>
          <a:p>
            <a:pPr lvl="1"/>
            <a:r>
              <a:rPr lang="en-US" dirty="0"/>
              <a:t>Maintains a reference to a Component object and defines an interface that conforms to Component's interface.</a:t>
            </a:r>
          </a:p>
          <a:p>
            <a:r>
              <a:rPr lang="en-US" b="1" dirty="0" err="1"/>
              <a:t>ConcreteDecorator</a:t>
            </a:r>
            <a:r>
              <a:rPr lang="en-US" dirty="0"/>
              <a:t>:</a:t>
            </a:r>
          </a:p>
          <a:p>
            <a:pPr lvl="1"/>
            <a:r>
              <a:rPr lang="en-US" dirty="0"/>
              <a:t>Adds responsibilities to the component.</a:t>
            </a:r>
          </a:p>
          <a:p>
            <a:endParaRPr lang="en-US" dirty="0"/>
          </a:p>
        </p:txBody>
      </p:sp>
    </p:spTree>
    <p:extLst>
      <p:ext uri="{BB962C8B-B14F-4D97-AF65-F5344CB8AC3E}">
        <p14:creationId xmlns:p14="http://schemas.microsoft.com/office/powerpoint/2010/main" val="2022416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E6E33-1248-4D6C-87A9-BB15DC40925E}"/>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FE4A27F6-CF37-4425-BA5E-4C25F4153F3D}"/>
              </a:ext>
            </a:extLst>
          </p:cNvPr>
          <p:cNvSpPr>
            <a:spLocks noGrp="1"/>
          </p:cNvSpPr>
          <p:nvPr>
            <p:ph idx="1"/>
          </p:nvPr>
        </p:nvSpPr>
        <p:spPr/>
        <p:txBody>
          <a:bodyPr/>
          <a:lstStyle/>
          <a:p>
            <a:r>
              <a:rPr lang="en-US" dirty="0"/>
              <a:t>The decorator pattern provides a flexible alternative to </a:t>
            </a:r>
            <a:r>
              <a:rPr lang="en-US" dirty="0" err="1"/>
              <a:t>subclassing</a:t>
            </a:r>
            <a:r>
              <a:rPr lang="en-US" dirty="0"/>
              <a:t> for extending functionality. It allows for adding responsibilities to objects dynamically and can provide a combination of behaviors by combining several decorators. Decorators provide a flexible strategy to "wrap" functionality by maintaining the same interface while altering the object's responsibilities. This is particularly useful in scenarios where class behavior must be added or changed dynamically and when </a:t>
            </a:r>
            <a:r>
              <a:rPr lang="en-US" dirty="0" err="1"/>
              <a:t>subclassing</a:t>
            </a:r>
            <a:r>
              <a:rPr lang="en-US" dirty="0"/>
              <a:t> would result in an overwhelming number of subclasses.</a:t>
            </a:r>
          </a:p>
        </p:txBody>
      </p:sp>
    </p:spTree>
    <p:extLst>
      <p:ext uri="{BB962C8B-B14F-4D97-AF65-F5344CB8AC3E}">
        <p14:creationId xmlns:p14="http://schemas.microsoft.com/office/powerpoint/2010/main" val="14009046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1067</TotalTime>
  <Words>442</Words>
  <Application>Microsoft Office PowerPoint</Application>
  <PresentationFormat>Widescreen</PresentationFormat>
  <Paragraphs>18</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The Decorator Pattern</vt:lpstr>
      <vt:lpstr>Single Responsibility Principle (SRP)</vt:lpstr>
      <vt:lpstr>The Decorator Pattern Concept</vt:lpstr>
      <vt:lpstr>Structure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Decorator Pattern</dc:title>
  <dc:creator>Ben Chen</dc:creator>
  <cp:lastModifiedBy>Ben Chen</cp:lastModifiedBy>
  <cp:revision>5</cp:revision>
  <dcterms:created xsi:type="dcterms:W3CDTF">2024-04-16T20:40:37Z</dcterms:created>
  <dcterms:modified xsi:type="dcterms:W3CDTF">2024-04-17T14:27:42Z</dcterms:modified>
</cp:coreProperties>
</file>