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B69D4-74EE-4DF7-94B2-2A715BFE1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77151-7C5A-490C-9623-4F6326550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FC223-3606-4B94-B700-09196F122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7354-BA01-471C-9D7B-6DE4521BD3C2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FDE5C-A8D8-4CFB-92DA-0A538C4EE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81BFD-D7D1-429A-877D-B11092F37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64B7-90F7-4F8B-990B-CEF688F1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8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C5F5-23D8-4F96-95CB-5DD138A9A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F2DA0-EF01-4C14-92B2-7BD5EFC2C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8D103-EFCF-45E8-9062-CF0527D52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7354-BA01-471C-9D7B-6DE4521BD3C2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C5FED-333A-4ECB-947D-8F6A52B0B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711DF-6363-4A06-8720-9B790495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64B7-90F7-4F8B-990B-CEF688F1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45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73CA-A155-4C98-ADC7-31424B072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AB994-368E-46A9-9758-A6ECF3514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BB86C-D04D-4FCA-A042-4A56BB788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7354-BA01-471C-9D7B-6DE4521BD3C2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F23E5-F495-4B4D-936D-3C9D9251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2AAE5-E5CD-4BE9-B743-7E40C5CC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64B7-90F7-4F8B-990B-CEF688F1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23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D67A-2B06-45AB-BBF1-1BC7B43B2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E426-D37F-4500-B478-C8BDC97FC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BEFFF-F14D-4425-9F77-E7DF024FF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A3B02-803E-4E22-B738-41C1F4171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7354-BA01-471C-9D7B-6DE4521BD3C2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913EC-A365-4F3B-B292-E4F109DC4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42D2E-5060-47FF-B63B-A060AD60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64B7-90F7-4F8B-990B-CEF688F1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91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814E8-C2C2-450F-ACE6-43F1F7E25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5B2A3-2FB0-417D-927F-6C33785F7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D48EF-D71E-4745-86D4-FA6B81F63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19C0E-28FA-465C-BFD8-B6BDA90A9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7A6CD-F70A-4102-88AE-54DA98692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A5243B-F53A-4039-A59E-F1C8361B4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7354-BA01-471C-9D7B-6DE4521BD3C2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30206B-50F1-45E5-BB71-0C3FCF04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BFCFC4-0EC4-4D9E-98CF-283FA9155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64B7-90F7-4F8B-990B-CEF688F1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1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BF3FA-7348-443A-82D6-4CF272A5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89368-299A-4C8A-A01D-7A13B6B42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7354-BA01-471C-9D7B-6DE4521BD3C2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9591F-FFC6-4068-8C73-D0270BCF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A1FEB5-7505-4B69-A088-9ECF2C01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64B7-90F7-4F8B-990B-CEF688F1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22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CEC4B3-3C31-4B79-A986-C01996D72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7354-BA01-471C-9D7B-6DE4521BD3C2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6E1BC-920D-4624-BDD6-E22C86F8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72909-934B-4B84-8AA2-F9302EFA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64B7-90F7-4F8B-990B-CEF688F1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59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29969-C23B-4AB6-A9D8-D7FE9D24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C97B5-C646-4F8F-A39C-3796640A3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7E0D6-FA33-4ED6-A375-C369A252B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01D00-6F98-4F15-BB26-F00BB2325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7354-BA01-471C-9D7B-6DE4521BD3C2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2E98E-582D-4295-B83F-292E8B30B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18359-C4C3-4FB5-9204-75A8B681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64B7-90F7-4F8B-990B-CEF688F1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48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886C2-7FE7-4037-ABE1-86FD93653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D2EEC-2934-430F-9E2D-A98B2655B8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C4662-C4C6-4D99-81F9-4B0B46C95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E74C6-B460-4968-81AD-05FF12D89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7354-BA01-471C-9D7B-6DE4521BD3C2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99150-5DC4-4A9F-91D3-376706EEA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C6856-A139-4C6D-8FBA-C8DF404E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64B7-90F7-4F8B-990B-CEF688F1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37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5DF41-42E7-4287-951C-3247A1300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344D9-DAE3-4D43-83E0-CEE741EC8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0F3D3-A296-4D1D-B7E1-A44AD8A08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7354-BA01-471C-9D7B-6DE4521BD3C2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C6BB0-0027-4C92-8AFD-B0826830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AD999-7E50-4FC3-B335-5A462D4C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64B7-90F7-4F8B-990B-CEF688F1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50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FEA7C5-889D-48D5-8DDF-060B7504D5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43736-6A91-4E58-B119-FE04F0F57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B4ED1-E4AB-440D-86DE-EE400B359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B7354-BA01-471C-9D7B-6DE4521BD3C2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6079D-A83D-4B05-A7C5-3DDFF56F3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322-9B20-4992-A3CD-4895F6F9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64B7-90F7-4F8B-990B-CEF688F1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19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399758-0EF0-4704-8A15-53F622EB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E1136-79A5-4B61-8BE9-0C5851426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2CFB-D9E8-408F-AE51-D8DE91BB3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B7354-BA01-471C-9D7B-6DE4521BD3C2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A42E2-0D34-4356-BAD8-DBAC4D69C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5371F-DE8E-416A-A785-01C292C0F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364B7-90F7-4F8B-990B-CEF688F1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89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E542-7FE3-4B14-ACFE-7C4585E267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Singleton Design Pattern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CECF1-D274-4D6E-86A2-FF5A8D5CD3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82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EAE3-2124-4786-A465-EFBFD9CD7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49DE5-CBDA-4974-B493-0FBB5528B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 design pattern that restricts the instantiation of a class to one "single" instance across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308783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3AEC-12E4-4D24-9114-099740F28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9C1A4-11E6-4312-9205-98D16DEC5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instance</a:t>
            </a:r>
          </a:p>
          <a:p>
            <a:r>
              <a:rPr lang="en-US" dirty="0"/>
              <a:t>Global access</a:t>
            </a:r>
          </a:p>
        </p:txBody>
      </p:sp>
    </p:spTree>
    <p:extLst>
      <p:ext uri="{BB962C8B-B14F-4D97-AF65-F5344CB8AC3E}">
        <p14:creationId xmlns:p14="http://schemas.microsoft.com/office/powerpoint/2010/main" val="245488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90933-6B21-40A5-B2F0-50F340D62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C1FD2-11A9-477F-AA8C-E5F5B01F8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 Cases:</a:t>
            </a:r>
            <a:r>
              <a:rPr lang="en-US" dirty="0"/>
              <a:t> Describe scenarios and examples where the Singleton pattern is useful, highlighting its benefits in ensuring consistent access to resources.</a:t>
            </a:r>
          </a:p>
        </p:txBody>
      </p:sp>
    </p:spTree>
    <p:extLst>
      <p:ext uri="{BB962C8B-B14F-4D97-AF65-F5344CB8AC3E}">
        <p14:creationId xmlns:p14="http://schemas.microsoft.com/office/powerpoint/2010/main" val="3973163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1828-9E84-48AD-A089-043565FA2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0F9E4-F10E-4B54-A9F1-E2FF429F3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Pros: </a:t>
            </a:r>
          </a:p>
          <a:p>
            <a:pPr lvl="1"/>
            <a:r>
              <a:rPr lang="en-US" dirty="0"/>
              <a:t>Controlled resource access, </a:t>
            </a:r>
          </a:p>
          <a:p>
            <a:pPr lvl="1"/>
            <a:r>
              <a:rPr lang="en-US" dirty="0"/>
              <a:t>Reduced memory footprint</a:t>
            </a:r>
          </a:p>
          <a:p>
            <a:r>
              <a:rPr lang="en-US" b="1" dirty="0"/>
              <a:t>Cons</a:t>
            </a:r>
            <a:r>
              <a:rPr lang="en-US" dirty="0"/>
              <a:t>:  </a:t>
            </a:r>
          </a:p>
          <a:p>
            <a:pPr lvl="1"/>
            <a:r>
              <a:rPr lang="en-US" dirty="0"/>
              <a:t>Global state management complexity, </a:t>
            </a:r>
          </a:p>
          <a:p>
            <a:pPr lvl="1"/>
            <a:r>
              <a:rPr lang="en-US" dirty="0"/>
              <a:t>Testing challenges</a:t>
            </a:r>
          </a:p>
        </p:txBody>
      </p:sp>
    </p:spTree>
    <p:extLst>
      <p:ext uri="{BB962C8B-B14F-4D97-AF65-F5344CB8AC3E}">
        <p14:creationId xmlns:p14="http://schemas.microsoft.com/office/powerpoint/2010/main" val="345222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2F10-C97F-449E-B62C-9741C1282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FACAA-E269-4F26-9D74-CE1D387FC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Eager Initialization (Thread-safe)</a:t>
            </a:r>
          </a:p>
          <a:p>
            <a:r>
              <a:rPr lang="en-US" dirty="0"/>
              <a:t>Lazy Initialization (Not Thread-safe)</a:t>
            </a:r>
          </a:p>
          <a:p>
            <a:r>
              <a:rPr lang="en-US" dirty="0"/>
              <a:t>Bill Pugh implementation (Thread-safe)</a:t>
            </a:r>
          </a:p>
          <a:p>
            <a:r>
              <a:rPr lang="en-US" dirty="0" err="1"/>
              <a:t>Enum</a:t>
            </a:r>
            <a:r>
              <a:rPr lang="en-US" dirty="0"/>
              <a:t> Singleton (Most robust as it prevents reflection attacks. It provides serialization </a:t>
            </a:r>
            <a:r>
              <a:rPr lang="en-US"/>
              <a:t>and thread-safety)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6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113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Singleton Design Pattern</vt:lpstr>
      <vt:lpstr>Definition</vt:lpstr>
      <vt:lpstr>Key Characteristics</vt:lpstr>
      <vt:lpstr>Use Cases</vt:lpstr>
      <vt:lpstr>Pros and Cons</vt:lpstr>
      <vt:lpstr>Implementation Strategies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Singleton Design Pattern</dc:title>
  <dc:creator>Ben Chen</dc:creator>
  <cp:lastModifiedBy>Ben Chen</cp:lastModifiedBy>
  <cp:revision>4</cp:revision>
  <dcterms:created xsi:type="dcterms:W3CDTF">2024-04-03T14:29:44Z</dcterms:created>
  <dcterms:modified xsi:type="dcterms:W3CDTF">2024-04-03T14:55:23Z</dcterms:modified>
</cp:coreProperties>
</file>